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7"/>
  </p:normalViewPr>
  <p:slideViewPr>
    <p:cSldViewPr snapToGrid="0">
      <p:cViewPr varScale="1">
        <p:scale>
          <a:sx n="88" d="100"/>
          <a:sy n="88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850D3-9C97-7178-D29D-6556EDBA6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DAC5B31-5411-495C-FEFE-28B836137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7E2142-82DB-0789-858A-CF73AAE9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AD5CCE-E61E-E59A-6138-72833750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AB0176-82C3-3E0C-F19A-9EAC06BF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2153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84D921-AB9E-DF49-1E80-73CEAFBF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D4B3BF-0C8C-9191-A597-E9DE0AE33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709AC9-37E0-4D99-9FEC-3FB5F7131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5A4478-B0E2-D464-2A14-8874CE67B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B19421-4A2F-15BC-787B-1DD20917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193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6E513-D218-9722-3871-A5860070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008C25-FEB3-158F-407E-830F1B8FF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D6C1F6-E228-9287-8211-AD38713C0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AE4ED1-6017-59BE-43F8-28338534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3D833C-AB13-42CF-55D5-7BE8F124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8810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344EB2-66E4-90F6-75E5-6C6FEA3D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346C24-FC5A-FC37-6035-8299889D6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B963BC-D350-6DDF-73D2-E6A965D98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4873B9-6B16-4983-8012-0B2DFF8D8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2138BB-E46C-8864-C07B-042C14F1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883C5D-8BB3-9569-6A95-D379F65E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96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0A6A50-88A8-7D23-9E5E-E2DBF1DA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CEED53-4E5F-EE34-5963-37E8A32E5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C86F07-52C4-15B9-DB6F-AA3E0F7A7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8F36EFD-8FEA-C4E4-4018-9421E09D4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13A548A-6332-EA9C-5D96-1970A5687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1CE1CA0-EE66-FCA2-3C27-377A52F9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FC50EA9-B8D1-0E71-9396-F2C652E90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51C5C0-FE29-0485-D281-297EF3EB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551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2732D0-85EB-61B6-E668-4CD7057F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4692DA4-D70F-B904-4215-136E968A1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8FB78D-3739-B606-8AA6-A340BA63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53FD37-BE15-0465-8015-B99CA603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0951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1AAD22-4B44-AF38-5303-A4B7A6AEF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EC7BCC-D69E-5A3B-39AA-A68DE5D4A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C44299-15E5-0AFC-5470-6A9C1F51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6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B21ED2-413B-9B7E-1119-04544C0F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56D948-D3D5-8FE7-4FA1-11EE3FDB8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A3BF8F-28A8-7A3C-178A-25C148EB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77C764-F395-C3D4-F963-23726C4B6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817D50-1532-5E54-F26C-D5C74A09A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A08CB5-F82C-227A-0FC4-FCAE7A2F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45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C75CCB-F2BD-4439-312F-ADEA3666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79EA4E9-1424-EE94-9FAB-ED4DA9C37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72D6338-0BAE-5E89-0601-B8F8C6319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0853D3-1F04-A656-A7F8-505C56A35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C5A0B15-9E9D-2D61-03D2-6342A37AB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629EF4-E604-ADA7-0F42-0DD0D999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75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761EE-D565-189E-60D4-938148193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58AEEF-0448-94AF-25D1-C0358520B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BC4A8B-5852-37F9-7E54-243337ED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24483E-0017-4235-C5C4-B49C16A1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0BBA71-BAF7-15F1-95D5-D8086F86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1878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9878220-0B31-E1D1-6873-84CF46C533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5ACB8C-6A57-4E79-7B14-ED3299E82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618E7-9330-50F2-823C-70E915DE7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E7C64C-B896-D887-2C14-ADB41BE5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9B2FDD-3992-DA8F-E1CC-5CAAF817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628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C4CF9-C5EA-D763-176D-E84BAEE0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6A1C26-EADA-8854-1524-FA540691C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F80786-EFF4-F24A-52E8-BA47D09AA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F7412-2250-C74D-98D5-BA347B94AA71}" type="datetimeFigureOut">
              <a:rPr lang="de-DE" smtClean="0"/>
              <a:t>23.07.26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B5AD3C-BE7B-4FDD-5A98-F1E7C3C65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A3A7E7-2D83-1AEA-757F-F4C3AEC7C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3BE83-7B6B-CE43-9E44-04669FF6BA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30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54A12A-CEED-45D1-B273-8088B167E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Implementation so </a:t>
            </a:r>
            <a:r>
              <a:rPr lang="de-DE" dirty="0" err="1"/>
              <a:t>far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35E4BD7-DCBE-F4CE-F5BB-E7F1B9560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464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EDEA33-3977-D9A8-CA49-B78B78D7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Folder </a:t>
            </a:r>
            <a:r>
              <a:rPr lang="de-DE" dirty="0" err="1"/>
              <a:t>structure</a:t>
            </a:r>
            <a:r>
              <a:rPr lang="de-DE" dirty="0"/>
              <a:t>: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529737E5-938C-DFC1-1CD6-8E7C2EF95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4114" y="1582562"/>
            <a:ext cx="5863772" cy="491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5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13F33E-5B9E-7B72-45E2-9533DCF3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config.yaml</a:t>
            </a:r>
            <a:endParaRPr lang="de-DE" dirty="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ED9BF9FF-794F-A39D-47C2-3FACB865F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5066"/>
            <a:ext cx="6448879" cy="431407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EFE3E38-0465-CDF1-9D08-81D672786154}"/>
              </a:ext>
            </a:extLst>
          </p:cNvPr>
          <p:cNvSpPr txBox="1"/>
          <p:nvPr/>
        </p:nvSpPr>
        <p:spPr>
          <a:xfrm>
            <a:off x="7358743" y="1690688"/>
            <a:ext cx="41801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Can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xgb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gmlp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now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for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target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StandardMetrics</a:t>
            </a:r>
            <a:r>
              <a:rPr lang="de-DE" dirty="0"/>
              <a:t> </a:t>
            </a:r>
            <a:r>
              <a:rPr lang="de-DE" dirty="0" err="1"/>
              <a:t>added</a:t>
            </a:r>
            <a:r>
              <a:rPr lang="de-DE" dirty="0"/>
              <a:t> for the </a:t>
            </a:r>
            <a:r>
              <a:rPr lang="de-DE" dirty="0" err="1"/>
              <a:t>recorder.py</a:t>
            </a:r>
            <a:r>
              <a:rPr lang="de-DE" dirty="0"/>
              <a:t>, not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generalizes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cols</a:t>
            </a:r>
            <a:r>
              <a:rPr lang="de-DE" dirty="0"/>
              <a:t> to </a:t>
            </a:r>
            <a:r>
              <a:rPr lang="de-DE" dirty="0" err="1"/>
              <a:t>drop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includes</a:t>
            </a:r>
            <a:r>
              <a:rPr lang="de-DE" dirty="0"/>
              <a:t> the </a:t>
            </a:r>
            <a:r>
              <a:rPr lang="de-DE" dirty="0" err="1"/>
              <a:t>timestamp</a:t>
            </a:r>
            <a:r>
              <a:rPr lang="de-DE" dirty="0"/>
              <a:t> </a:t>
            </a:r>
            <a:r>
              <a:rPr lang="de-DE" dirty="0" err="1"/>
              <a:t>column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+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columns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might</a:t>
            </a:r>
            <a:r>
              <a:rPr lang="de-DE" dirty="0"/>
              <a:t> </a:t>
            </a:r>
            <a:r>
              <a:rPr lang="de-DE" dirty="0" err="1"/>
              <a:t>wanna</a:t>
            </a:r>
            <a:r>
              <a:rPr lang="de-DE" dirty="0"/>
              <a:t> </a:t>
            </a:r>
            <a:r>
              <a:rPr lang="de-DE" dirty="0" err="1"/>
              <a:t>drop</a:t>
            </a:r>
            <a:endParaRPr lang="de-DE" dirty="0"/>
          </a:p>
          <a:p>
            <a:endParaRPr lang="de-DE" dirty="0"/>
          </a:p>
          <a:p>
            <a:r>
              <a:rPr lang="de-DE" dirty="0"/>
              <a:t>Parquet </a:t>
            </a:r>
            <a:r>
              <a:rPr lang="de-DE" dirty="0" err="1"/>
              <a:t>path</a:t>
            </a:r>
            <a:r>
              <a:rPr lang="de-DE" dirty="0"/>
              <a:t> (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kept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 it </a:t>
            </a:r>
            <a:r>
              <a:rPr lang="de-DE" dirty="0" err="1"/>
              <a:t>shouldnt</a:t>
            </a:r>
            <a:r>
              <a:rPr lang="de-DE" dirty="0"/>
              <a:t> </a:t>
            </a:r>
            <a:r>
              <a:rPr lang="de-DE" dirty="0" err="1"/>
              <a:t>really</a:t>
            </a:r>
            <a:r>
              <a:rPr lang="de-DE" dirty="0"/>
              <a:t> change)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7195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8BE84-A727-DCC5-6BCE-F5A076AD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folder</a:t>
            </a:r>
            <a:endParaRPr lang="de-DE" dirty="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B10A2C74-509C-8DA7-E7EE-08FB06E5B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444" y="4951086"/>
            <a:ext cx="11521111" cy="139245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0621BC1-D5CE-C03F-E439-A98CC292A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44" y="1690688"/>
            <a:ext cx="3365500" cy="304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7B8AEB1-47EE-7660-FE9C-4D511EC6F3DF}"/>
              </a:ext>
            </a:extLst>
          </p:cNvPr>
          <p:cNvSpPr txBox="1"/>
          <p:nvPr/>
        </p:nvSpPr>
        <p:spPr>
          <a:xfrm>
            <a:off x="4397829" y="1690688"/>
            <a:ext cx="69559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Includes the </a:t>
            </a:r>
            <a:r>
              <a:rPr lang="de-DE" dirty="0" err="1"/>
              <a:t>datasets</a:t>
            </a:r>
            <a:r>
              <a:rPr lang="de-DE" dirty="0"/>
              <a:t> for </a:t>
            </a:r>
            <a:r>
              <a:rPr lang="de-DE" dirty="0" err="1"/>
              <a:t>burn</a:t>
            </a:r>
            <a:r>
              <a:rPr lang="de-DE" dirty="0"/>
              <a:t> </a:t>
            </a:r>
            <a:r>
              <a:rPr lang="de-DE" dirty="0" err="1"/>
              <a:t>cpu</a:t>
            </a:r>
            <a:r>
              <a:rPr lang="de-DE" dirty="0"/>
              <a:t> and </a:t>
            </a:r>
            <a:r>
              <a:rPr lang="de-DE" dirty="0" err="1"/>
              <a:t>inorrenew</a:t>
            </a:r>
            <a:r>
              <a:rPr lang="de-DE" dirty="0"/>
              <a:t> (</a:t>
            </a:r>
            <a:r>
              <a:rPr lang="de-DE" dirty="0" err="1"/>
              <a:t>didnt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inorrenew</a:t>
            </a:r>
            <a:r>
              <a:rPr lang="de-DE" dirty="0"/>
              <a:t> </a:t>
            </a:r>
            <a:r>
              <a:rPr lang="de-DE" dirty="0" err="1"/>
              <a:t>yet</a:t>
            </a:r>
            <a:r>
              <a:rPr lang="de-DE" dirty="0"/>
              <a:t> </a:t>
            </a:r>
            <a:r>
              <a:rPr lang="de-DE" dirty="0" err="1"/>
              <a:t>tbh</a:t>
            </a:r>
            <a:r>
              <a:rPr lang="de-DE" dirty="0"/>
              <a:t> but i will at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)</a:t>
            </a:r>
          </a:p>
          <a:p>
            <a:endParaRPr lang="de-DE" dirty="0"/>
          </a:p>
          <a:p>
            <a:r>
              <a:rPr lang="de-DE" dirty="0"/>
              <a:t>Important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orchestrator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:</a:t>
            </a:r>
          </a:p>
          <a:p>
            <a:r>
              <a:rPr lang="de-DE" dirty="0"/>
              <a:t>	-</a:t>
            </a:r>
            <a:r>
              <a:rPr lang="de-DE" dirty="0" err="1"/>
              <a:t>here</a:t>
            </a:r>
            <a:r>
              <a:rPr lang="de-DE" dirty="0"/>
              <a:t> the </a:t>
            </a:r>
            <a:r>
              <a:rPr lang="de-DE" dirty="0" err="1"/>
              <a:t>data.parquet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written</a:t>
            </a:r>
            <a:r>
              <a:rPr lang="de-DE" dirty="0"/>
              <a:t> to by </a:t>
            </a:r>
            <a:r>
              <a:rPr lang="de-DE" dirty="0" err="1"/>
              <a:t>reader</a:t>
            </a:r>
            <a:endParaRPr lang="de-DE" dirty="0"/>
          </a:p>
          <a:p>
            <a:r>
              <a:rPr lang="de-DE" dirty="0"/>
              <a:t>	-recorder </a:t>
            </a:r>
            <a:r>
              <a:rPr lang="de-DE" dirty="0" err="1"/>
              <a:t>records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to </a:t>
            </a:r>
            <a:r>
              <a:rPr lang="de-DE" dirty="0" err="1"/>
              <a:t>orchestrator_data</a:t>
            </a:r>
            <a:r>
              <a:rPr lang="de-DE" dirty="0"/>
              <a:t>/</a:t>
            </a:r>
            <a:r>
              <a:rPr lang="de-DE" dirty="0" err="1"/>
              <a:t>collector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47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29BEE-E075-F20F-2DF6-6B6AA4890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Codebase</a:t>
            </a:r>
            <a:r>
              <a:rPr lang="de-DE" dirty="0"/>
              <a:t> </a:t>
            </a:r>
            <a:r>
              <a:rPr lang="de-DE" dirty="0" err="1"/>
              <a:t>folder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4C8C45F-3A7B-06EE-7349-F16062FF1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BFBE352-BAD3-B9E0-350F-66180B8D2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642" y="2445997"/>
            <a:ext cx="8014681" cy="311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89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30BC1F-7537-CBFB-0AC9-95D408E7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Codebase.models</a:t>
            </a:r>
            <a:r>
              <a:rPr lang="de-DE" dirty="0"/>
              <a:t> &amp; </a:t>
            </a:r>
            <a:r>
              <a:rPr lang="de-DE" dirty="0" err="1"/>
              <a:t>codebase.saved_files</a:t>
            </a:r>
            <a:endParaRPr lang="de-DE" dirty="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88BD71D1-0947-E21D-6C45-6066A08E1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1115"/>
            <a:ext cx="4433888" cy="33782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CB77072-5D67-33DE-E4EC-CD0807A3A38F}"/>
              </a:ext>
            </a:extLst>
          </p:cNvPr>
          <p:cNvSpPr txBox="1"/>
          <p:nvPr/>
        </p:nvSpPr>
        <p:spPr>
          <a:xfrm>
            <a:off x="5375190" y="2102219"/>
            <a:ext cx="63390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Model </a:t>
            </a:r>
            <a:r>
              <a:rPr lang="de-DE" dirty="0" err="1"/>
              <a:t>classes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include</a:t>
            </a:r>
            <a:endParaRPr lang="de-DE" dirty="0"/>
          </a:p>
          <a:p>
            <a:r>
              <a:rPr lang="de-DE" dirty="0"/>
              <a:t>	-</a:t>
            </a:r>
            <a:r>
              <a:rPr lang="de-DE" dirty="0" err="1"/>
              <a:t>preprocessing</a:t>
            </a:r>
            <a:r>
              <a:rPr lang="de-DE" dirty="0"/>
              <a:t> </a:t>
            </a:r>
            <a:r>
              <a:rPr lang="de-DE" dirty="0" err="1"/>
              <a:t>train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  <a:p>
            <a:r>
              <a:rPr lang="de-DE" dirty="0"/>
              <a:t>	-</a:t>
            </a:r>
            <a:r>
              <a:rPr lang="de-DE" dirty="0" err="1"/>
              <a:t>preprocessing</a:t>
            </a:r>
            <a:r>
              <a:rPr lang="de-DE" dirty="0"/>
              <a:t> </a:t>
            </a:r>
            <a:r>
              <a:rPr lang="de-DE" dirty="0" err="1"/>
              <a:t>infer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  <a:p>
            <a:r>
              <a:rPr lang="de-DE" dirty="0"/>
              <a:t>	-train and </a:t>
            </a:r>
            <a:r>
              <a:rPr lang="de-DE" dirty="0" err="1"/>
              <a:t>infer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as </a:t>
            </a:r>
            <a:r>
              <a:rPr lang="de-DE" dirty="0" err="1"/>
              <a:t>input</a:t>
            </a:r>
            <a:r>
              <a:rPr lang="de-DE" dirty="0"/>
              <a:t> &amp; 		</a:t>
            </a:r>
            <a:r>
              <a:rPr lang="de-DE" dirty="0" err="1"/>
              <a:t>model</a:t>
            </a:r>
            <a:r>
              <a:rPr lang="de-DE" dirty="0"/>
              <a:t> + </a:t>
            </a:r>
            <a:r>
              <a:rPr lang="de-DE" dirty="0" err="1"/>
              <a:t>rmse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predicitons</a:t>
            </a:r>
            <a:r>
              <a:rPr lang="de-DE" dirty="0"/>
              <a:t> as </a:t>
            </a:r>
            <a:r>
              <a:rPr lang="de-DE" dirty="0" err="1"/>
              <a:t>output</a:t>
            </a:r>
            <a:endParaRPr lang="de-DE" dirty="0"/>
          </a:p>
          <a:p>
            <a:endParaRPr lang="de-DE" dirty="0"/>
          </a:p>
          <a:p>
            <a:r>
              <a:rPr lang="de-DE" dirty="0"/>
              <a:t>For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train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automatically</a:t>
            </a:r>
            <a:r>
              <a:rPr lang="de-DE" dirty="0"/>
              <a:t> save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outputs</a:t>
            </a:r>
            <a:r>
              <a:rPr lang="de-DE" dirty="0"/>
              <a:t> and </a:t>
            </a:r>
            <a:r>
              <a:rPr lang="de-DE" dirty="0" err="1"/>
              <a:t>params</a:t>
            </a:r>
            <a:r>
              <a:rPr lang="de-DE" dirty="0"/>
              <a:t> to </a:t>
            </a:r>
            <a:r>
              <a:rPr lang="de-DE" dirty="0" err="1"/>
              <a:t>saved_files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infer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load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from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F3BC041-900D-902D-6A5C-A7B5FE00F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80" y="5729742"/>
            <a:ext cx="11066920" cy="53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76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DAF85-3465-82A7-FA62-0F4F15073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Codebase.setup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3FFD0A1-FE2F-3810-B194-F976A1461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458" y="1825625"/>
            <a:ext cx="5186341" cy="4351338"/>
          </a:xfrm>
        </p:spPr>
        <p:txBody>
          <a:bodyPr>
            <a:normAutofit lnSpcReduction="10000"/>
          </a:bodyPr>
          <a:lstStyle/>
          <a:p>
            <a:r>
              <a:rPr lang="de-DE" sz="2400" dirty="0"/>
              <a:t>Includes </a:t>
            </a:r>
            <a:r>
              <a:rPr lang="de-DE" sz="2400" dirty="0" err="1"/>
              <a:t>read</a:t>
            </a:r>
            <a:r>
              <a:rPr lang="de-DE" sz="2400" dirty="0"/>
              <a:t> and </a:t>
            </a:r>
            <a:r>
              <a:rPr lang="de-DE" sz="2400" dirty="0" err="1"/>
              <a:t>record</a:t>
            </a:r>
            <a:r>
              <a:rPr lang="de-DE" sz="2400" dirty="0"/>
              <a:t> </a:t>
            </a:r>
            <a:r>
              <a:rPr lang="de-DE" sz="2400" dirty="0" err="1"/>
              <a:t>functions</a:t>
            </a:r>
            <a:r>
              <a:rPr lang="de-DE" sz="2400" dirty="0"/>
              <a:t>. </a:t>
            </a:r>
            <a:r>
              <a:rPr lang="de-DE" sz="2400" dirty="0" err="1"/>
              <a:t>Record</a:t>
            </a:r>
            <a:r>
              <a:rPr lang="de-DE" sz="2400" dirty="0"/>
              <a:t> </a:t>
            </a:r>
            <a:r>
              <a:rPr lang="de-DE" sz="2400" dirty="0" err="1"/>
              <a:t>must</a:t>
            </a:r>
            <a:r>
              <a:rPr lang="de-DE" sz="2400" dirty="0"/>
              <a:t>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started</a:t>
            </a:r>
            <a:r>
              <a:rPr lang="de-DE" sz="2400" dirty="0"/>
              <a:t> </a:t>
            </a:r>
            <a:r>
              <a:rPr lang="de-DE" sz="2400" dirty="0" err="1"/>
              <a:t>manually</a:t>
            </a:r>
            <a:r>
              <a:rPr lang="de-DE" sz="2400" dirty="0"/>
              <a:t> at </a:t>
            </a:r>
            <a:r>
              <a:rPr lang="de-DE" sz="2400" dirty="0" err="1"/>
              <a:t>this</a:t>
            </a:r>
            <a:r>
              <a:rPr lang="de-DE" sz="2400" dirty="0"/>
              <a:t> </a:t>
            </a:r>
            <a:r>
              <a:rPr lang="de-DE" sz="2400" dirty="0" err="1"/>
              <a:t>moment</a:t>
            </a:r>
            <a:r>
              <a:rPr lang="de-DE" sz="2400" dirty="0"/>
              <a:t> (</a:t>
            </a:r>
            <a:r>
              <a:rPr lang="de-DE" sz="2400" dirty="0" err="1"/>
              <a:t>probably</a:t>
            </a:r>
            <a:r>
              <a:rPr lang="de-DE" sz="2400" dirty="0"/>
              <a:t> </a:t>
            </a:r>
            <a:r>
              <a:rPr lang="de-DE" sz="2400" dirty="0" err="1"/>
              <a:t>should</a:t>
            </a:r>
            <a:r>
              <a:rPr lang="de-DE" sz="2400" dirty="0"/>
              <a:t>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automatic</a:t>
            </a:r>
            <a:r>
              <a:rPr lang="de-DE" sz="2400" dirty="0"/>
              <a:t> at </a:t>
            </a:r>
            <a:r>
              <a:rPr lang="de-DE" sz="2400" dirty="0" err="1"/>
              <a:t>some</a:t>
            </a:r>
            <a:r>
              <a:rPr lang="de-DE" sz="2400" dirty="0"/>
              <a:t> time)</a:t>
            </a:r>
          </a:p>
          <a:p>
            <a:r>
              <a:rPr lang="de-DE" sz="2400" dirty="0" err="1"/>
              <a:t>Train.py</a:t>
            </a:r>
            <a:r>
              <a:rPr lang="de-DE" sz="2400" dirty="0"/>
              <a:t> </a:t>
            </a:r>
            <a:r>
              <a:rPr lang="de-DE" sz="2400" dirty="0" err="1"/>
              <a:t>calls</a:t>
            </a:r>
            <a:r>
              <a:rPr lang="de-DE" sz="2400" dirty="0"/>
              <a:t> </a:t>
            </a:r>
            <a:r>
              <a:rPr lang="de-DE" sz="2400" dirty="0" err="1"/>
              <a:t>read</a:t>
            </a:r>
            <a:r>
              <a:rPr lang="de-DE" sz="2400" dirty="0"/>
              <a:t> –&gt; </a:t>
            </a:r>
            <a:r>
              <a:rPr lang="de-DE" sz="2400" dirty="0" err="1"/>
              <a:t>new</a:t>
            </a:r>
            <a:r>
              <a:rPr lang="de-DE" sz="2400" dirty="0"/>
              <a:t> </a:t>
            </a:r>
            <a:r>
              <a:rPr lang="de-DE" sz="2400" dirty="0" err="1"/>
              <a:t>parquet</a:t>
            </a:r>
            <a:r>
              <a:rPr lang="de-DE" sz="2400" dirty="0"/>
              <a:t> and </a:t>
            </a:r>
            <a:r>
              <a:rPr lang="de-DE" sz="2400" dirty="0" err="1"/>
              <a:t>trains</a:t>
            </a:r>
            <a:r>
              <a:rPr lang="de-DE" sz="2400" dirty="0"/>
              <a:t> on the </a:t>
            </a:r>
            <a:r>
              <a:rPr lang="de-DE" sz="2400" dirty="0" err="1"/>
              <a:t>entire</a:t>
            </a:r>
            <a:r>
              <a:rPr lang="de-DE" sz="2400" dirty="0"/>
              <a:t> </a:t>
            </a:r>
            <a:r>
              <a:rPr lang="de-DE" sz="2400" dirty="0" err="1"/>
              <a:t>parquet</a:t>
            </a:r>
            <a:r>
              <a:rPr lang="de-DE" sz="2400" dirty="0"/>
              <a:t>. </a:t>
            </a:r>
          </a:p>
          <a:p>
            <a:r>
              <a:rPr lang="de-DE" sz="2400" dirty="0" err="1"/>
              <a:t>Infer.py</a:t>
            </a:r>
            <a:r>
              <a:rPr lang="de-DE" sz="2400" dirty="0"/>
              <a:t> </a:t>
            </a:r>
            <a:r>
              <a:rPr lang="de-DE" sz="2400" dirty="0" err="1"/>
              <a:t>calls</a:t>
            </a:r>
            <a:r>
              <a:rPr lang="de-DE" sz="2400" dirty="0"/>
              <a:t> </a:t>
            </a:r>
            <a:r>
              <a:rPr lang="de-DE" sz="2400" dirty="0" err="1"/>
              <a:t>read</a:t>
            </a:r>
            <a:r>
              <a:rPr lang="de-DE" sz="2400" dirty="0"/>
              <a:t> -&gt; </a:t>
            </a:r>
            <a:r>
              <a:rPr lang="de-DE" sz="2400" dirty="0" err="1"/>
              <a:t>new</a:t>
            </a:r>
            <a:r>
              <a:rPr lang="de-DE" sz="2400" dirty="0"/>
              <a:t> </a:t>
            </a:r>
            <a:r>
              <a:rPr lang="de-DE" sz="2400" dirty="0" err="1"/>
              <a:t>parquet</a:t>
            </a:r>
            <a:r>
              <a:rPr lang="de-DE" sz="2400" dirty="0"/>
              <a:t> and </a:t>
            </a:r>
            <a:r>
              <a:rPr lang="de-DE" sz="2400" dirty="0" err="1"/>
              <a:t>infers</a:t>
            </a:r>
            <a:r>
              <a:rPr lang="de-DE" sz="2400" dirty="0"/>
              <a:t> the </a:t>
            </a:r>
            <a:r>
              <a:rPr lang="de-DE" sz="2400" dirty="0" err="1"/>
              <a:t>next</a:t>
            </a:r>
            <a:r>
              <a:rPr lang="de-DE" sz="2400" dirty="0"/>
              <a:t> </a:t>
            </a:r>
            <a:r>
              <a:rPr lang="de-DE" sz="2400" dirty="0" err="1"/>
              <a:t>horizon</a:t>
            </a:r>
            <a:endParaRPr lang="de-DE" sz="2400" dirty="0"/>
          </a:p>
          <a:p>
            <a:pPr lvl="1"/>
            <a:r>
              <a:rPr lang="de-DE" sz="2000" dirty="0" err="1"/>
              <a:t>Where</a:t>
            </a:r>
            <a:r>
              <a:rPr lang="de-DE" sz="2000" dirty="0"/>
              <a:t> to save </a:t>
            </a:r>
            <a:r>
              <a:rPr lang="de-DE" sz="2000" dirty="0" err="1"/>
              <a:t>inference</a:t>
            </a:r>
            <a:r>
              <a:rPr lang="de-DE" sz="2000" dirty="0"/>
              <a:t> to and </a:t>
            </a:r>
            <a:r>
              <a:rPr lang="de-DE" sz="2000" dirty="0" err="1"/>
              <a:t>how</a:t>
            </a:r>
            <a:r>
              <a:rPr lang="de-DE" sz="2000" dirty="0"/>
              <a:t> to </a:t>
            </a:r>
            <a:r>
              <a:rPr lang="de-DE" sz="2000" dirty="0" err="1"/>
              <a:t>test</a:t>
            </a:r>
            <a:r>
              <a:rPr lang="de-DE" sz="2000" dirty="0"/>
              <a:t> </a:t>
            </a:r>
            <a:r>
              <a:rPr lang="de-DE" sz="2000" dirty="0" err="1"/>
              <a:t>if</a:t>
            </a:r>
            <a:r>
              <a:rPr lang="de-DE" sz="2000" dirty="0"/>
              <a:t> it </a:t>
            </a:r>
            <a:r>
              <a:rPr lang="de-DE" sz="2000" dirty="0" err="1"/>
              <a:t>works</a:t>
            </a:r>
            <a:r>
              <a:rPr lang="de-DE" sz="2000" dirty="0"/>
              <a:t> </a:t>
            </a:r>
            <a:r>
              <a:rPr lang="de-DE" sz="2000" dirty="0" err="1"/>
              <a:t>correctly</a:t>
            </a:r>
            <a:r>
              <a:rPr lang="de-DE" sz="2000" dirty="0"/>
              <a:t>?</a:t>
            </a:r>
          </a:p>
          <a:p>
            <a:pPr lvl="1"/>
            <a:r>
              <a:rPr lang="de-DE" sz="2000" dirty="0" err="1"/>
              <a:t>Saved</a:t>
            </a:r>
            <a:r>
              <a:rPr lang="de-DE" sz="2000" dirty="0"/>
              <a:t> </a:t>
            </a:r>
            <a:r>
              <a:rPr lang="de-DE" sz="2000" dirty="0" err="1"/>
              <a:t>files</a:t>
            </a:r>
            <a:r>
              <a:rPr lang="de-DE" sz="2000" dirty="0"/>
              <a:t> / </a:t>
            </a:r>
            <a:r>
              <a:rPr lang="de-DE" sz="2000" dirty="0" err="1"/>
              <a:t>data</a:t>
            </a:r>
            <a:r>
              <a:rPr lang="de-DE" sz="2000" dirty="0"/>
              <a:t> as </a:t>
            </a:r>
            <a:r>
              <a:rPr lang="de-DE" sz="2000" dirty="0" err="1"/>
              <a:t>infer.parquet</a:t>
            </a:r>
            <a:r>
              <a:rPr lang="de-DE" sz="2000" dirty="0"/>
              <a:t> </a:t>
            </a:r>
            <a:r>
              <a:rPr lang="de-DE" sz="2000" dirty="0" err="1"/>
              <a:t>or</a:t>
            </a:r>
            <a:r>
              <a:rPr lang="de-DE" sz="2000" dirty="0"/>
              <a:t> </a:t>
            </a:r>
            <a:r>
              <a:rPr lang="de-DE" sz="2000" dirty="0" err="1"/>
              <a:t>something</a:t>
            </a:r>
            <a:r>
              <a:rPr lang="de-DE" sz="2000" dirty="0"/>
              <a:t> like </a:t>
            </a:r>
            <a:r>
              <a:rPr lang="de-DE" sz="2000" dirty="0" err="1"/>
              <a:t>that</a:t>
            </a:r>
            <a:r>
              <a:rPr lang="de-DE" sz="2000" dirty="0"/>
              <a:t>?</a:t>
            </a:r>
          </a:p>
          <a:p>
            <a:pPr lvl="1"/>
            <a:r>
              <a:rPr lang="de-DE" sz="2000" dirty="0"/>
              <a:t>Right </a:t>
            </a:r>
            <a:r>
              <a:rPr lang="de-DE" sz="2000" dirty="0" err="1"/>
              <a:t>now</a:t>
            </a:r>
            <a:r>
              <a:rPr lang="de-DE" sz="2000" dirty="0"/>
              <a:t> </a:t>
            </a:r>
            <a:r>
              <a:rPr lang="de-DE" sz="2000" dirty="0" err="1"/>
              <a:t>inference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just printed</a:t>
            </a:r>
          </a:p>
          <a:p>
            <a:pPr marL="0" indent="0">
              <a:buNone/>
            </a:pPr>
            <a:endParaRPr lang="de-DE" sz="24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6E391D2-44CD-B54E-BF01-EC6624732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28" y="1757061"/>
            <a:ext cx="5186341" cy="223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34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D3DD4-3288-AB52-3405-1B047E2F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Codebase.helpers</a:t>
            </a:r>
            <a:endParaRPr lang="de-DE" dirty="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41B67B2C-04CF-BFE4-35A8-346467D43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306" y="2319337"/>
            <a:ext cx="6996113" cy="28702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FAFB4D4-6049-5C69-94E0-9ED5C4333F49}"/>
              </a:ext>
            </a:extLst>
          </p:cNvPr>
          <p:cNvSpPr txBox="1"/>
          <p:nvPr/>
        </p:nvSpPr>
        <p:spPr>
          <a:xfrm>
            <a:off x="7704420" y="1872343"/>
            <a:ext cx="43714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</a:t>
            </a:r>
            <a:r>
              <a:rPr lang="de-DE" dirty="0" err="1"/>
              <a:t>helper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de-DE" dirty="0"/>
          </a:p>
          <a:p>
            <a:endParaRPr lang="de-DE" dirty="0"/>
          </a:p>
          <a:p>
            <a:r>
              <a:rPr lang="de-DE" dirty="0"/>
              <a:t>-pivot </a:t>
            </a:r>
            <a:r>
              <a:rPr lang="de-DE" dirty="0" err="1"/>
              <a:t>df</a:t>
            </a:r>
            <a:r>
              <a:rPr lang="de-DE" dirty="0"/>
              <a:t> to </a:t>
            </a:r>
            <a:r>
              <a:rPr lang="de-DE" dirty="0" err="1"/>
              <a:t>pivot</a:t>
            </a:r>
            <a:r>
              <a:rPr lang="de-DE" dirty="0"/>
              <a:t> the </a:t>
            </a:r>
            <a:r>
              <a:rPr lang="de-DE" dirty="0" err="1"/>
              <a:t>parquet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recorder</a:t>
            </a:r>
            <a:r>
              <a:rPr lang="de-DE" dirty="0"/>
              <a:t> (it </a:t>
            </a:r>
            <a:r>
              <a:rPr lang="de-DE" dirty="0" err="1"/>
              <a:t>needs</a:t>
            </a:r>
            <a:r>
              <a:rPr lang="de-DE" dirty="0"/>
              <a:t> to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pivoted</a:t>
            </a:r>
            <a:r>
              <a:rPr lang="de-DE" dirty="0"/>
              <a:t> to </a:t>
            </a:r>
            <a:r>
              <a:rPr lang="de-DE" dirty="0" err="1"/>
              <a:t>shape</a:t>
            </a:r>
            <a:r>
              <a:rPr lang="de-DE" dirty="0"/>
              <a:t> </a:t>
            </a:r>
            <a:r>
              <a:rPr lang="de-DE" dirty="0" err="1"/>
              <a:t>timesteps</a:t>
            </a:r>
            <a:r>
              <a:rPr lang="de-DE" dirty="0"/>
              <a:t> </a:t>
            </a:r>
            <a:r>
              <a:rPr lang="de-DE" dirty="0" err="1"/>
              <a:t>rows</a:t>
            </a:r>
            <a:r>
              <a:rPr lang="de-DE" dirty="0"/>
              <a:t> x feature </a:t>
            </a:r>
            <a:r>
              <a:rPr lang="de-DE" dirty="0" err="1"/>
              <a:t>columns</a:t>
            </a:r>
            <a:r>
              <a:rPr lang="de-DE" dirty="0"/>
              <a:t>)</a:t>
            </a:r>
          </a:p>
          <a:p>
            <a:endParaRPr lang="de-DE" dirty="0"/>
          </a:p>
          <a:p>
            <a:r>
              <a:rPr lang="de-DE" dirty="0"/>
              <a:t>-a </a:t>
            </a:r>
            <a:r>
              <a:rPr lang="de-DE" dirty="0" err="1"/>
              <a:t>sliding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for the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files</a:t>
            </a:r>
            <a:endParaRPr lang="de-DE" dirty="0"/>
          </a:p>
          <a:p>
            <a:endParaRPr lang="de-DE" dirty="0"/>
          </a:p>
          <a:p>
            <a:r>
              <a:rPr lang="de-DE" dirty="0"/>
              <a:t>-</a:t>
            </a:r>
            <a:r>
              <a:rPr lang="de-DE" dirty="0" err="1"/>
              <a:t>to_saved_files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to </a:t>
            </a:r>
            <a:r>
              <a:rPr lang="de-DE" dirty="0" err="1"/>
              <a:t>store</a:t>
            </a:r>
            <a:r>
              <a:rPr lang="de-DE" dirty="0"/>
              <a:t> </a:t>
            </a:r>
            <a:r>
              <a:rPr lang="de-DE" dirty="0" err="1"/>
              <a:t>trained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and </a:t>
            </a:r>
            <a:r>
              <a:rPr lang="de-DE" dirty="0" err="1"/>
              <a:t>params</a:t>
            </a:r>
            <a:r>
              <a:rPr lang="de-DE" dirty="0"/>
              <a:t> in the </a:t>
            </a:r>
            <a:r>
              <a:rPr lang="de-DE" dirty="0" err="1"/>
              <a:t>saved_files</a:t>
            </a:r>
            <a:r>
              <a:rPr lang="de-DE" dirty="0"/>
              <a:t> </a:t>
            </a:r>
            <a:r>
              <a:rPr lang="de-DE" dirty="0" err="1"/>
              <a:t>folder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679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Macintosh PowerPoint</Application>
  <PresentationFormat>Breitbild</PresentationFormat>
  <Paragraphs>47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Implementation so far</vt:lpstr>
      <vt:lpstr>Folder structure:</vt:lpstr>
      <vt:lpstr>config.yaml</vt:lpstr>
      <vt:lpstr>Data folder</vt:lpstr>
      <vt:lpstr>Codebase folder</vt:lpstr>
      <vt:lpstr>Codebase.models &amp; codebase.saved_files</vt:lpstr>
      <vt:lpstr>Codebase.setup</vt:lpstr>
      <vt:lpstr>Codebase.helpers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3651367486630612</dc:creator>
  <cp:lastModifiedBy>TU-Pseudonym 3651367486630612</cp:lastModifiedBy>
  <cp:revision>3</cp:revision>
  <dcterms:created xsi:type="dcterms:W3CDTF">2026-07-23T11:50:13Z</dcterms:created>
  <dcterms:modified xsi:type="dcterms:W3CDTF">2026-07-23T12:24:08Z</dcterms:modified>
</cp:coreProperties>
</file>